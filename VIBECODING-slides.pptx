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开场:我不是来展示一个数据库的,是来展示一套能复用的方法。全程只讲流程和方法,项目只是例子。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这一页的目的:先把可信度立起来。任何数字被问到,我都能现场敲命令复现。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这一页把痛点说透:速度不是问题,可验证性才是问题。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强调:skill 的价值是把抽象主张压成这个仓库里的哪个文件。落不了地的,就老实说没做。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这是我整套方法里最不肯让步的一条:自评等于没评。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五层各管一段。最常犯的错是把方法层的规矩写进一次性 prompt,下期就丢了。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七步里只有第 5 步是 AI 干的活。这不是流程洁癖,是因为越靠后的步骤越贵。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十二节是固定骨架,别每次重新发明。编号是让「没做」变成一条红。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3、4 条是踩过坑才写上的,重点讲。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这一页是全场最该被抄走的一页。写得含糊,第四跳就写不出来;写不出来这条需求等于没验。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交接单不是聊天,是施工单。补丁期尤其要窄。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拍板是人的活。批得越快,后面返工越少。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这一页讲的是「我到底做了什么才算验过」。核验不是读报告,是重跑。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断言数就是回归基线。少了先查 PASS 有没有降成 NOTE,别当成断言被删。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这一页说明:规约能保证按写的做,保证不了写对了。真人真客户端不可替代。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这一页最容易引起共鸣,讲的时候可以挑自己真踩过的两三条展开。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工具清单要讲清「每样干什么」。skill 从 v1.0 涨到 v1.4.0,涨的全是踩过的坑。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收尾:这套配方跟数据库无关,换成任何非玩具项目都能套。左边 14 条直接抄,右边四个路径是原件。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8580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SPEC-DRIVEN DEVELOPMENT  ·  施工图 No.TANG-001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1417320"/>
            <a:ext cx="9692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6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我不写代码,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6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我写规约。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703320"/>
            <a:ext cx="566928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5020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一个人 + 两个 agent,6 天做出一个 HTAP 数据库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1772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代码由 agent 按规约实现,我负责独立核验;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核验不过,不算做完。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5074920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63456" y="519379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仓库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github.com/1638540149/tang_db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6188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2026-10 · tang_db 复盘 · VIBECODING.md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01 / 结果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先说结果:下面每个数字我都能当场重跑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938528"/>
            <a:ext cx="32918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3" y="206654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6 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2520696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P1 到 P4 落地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28529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P5 施工中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938528"/>
            <a:ext cx="32918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206654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9 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2520696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提交次数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28529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一期一个提交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1938528"/>
            <a:ext cx="32918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55864" y="206654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7 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55864" y="2520696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分期规约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55864" y="285292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P1~P5 + 2 个补丁期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3419856"/>
            <a:ext cx="32918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3" y="35478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395 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3" y="400202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功能需求 FR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3" y="4334256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另有 SC 113 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3419856"/>
            <a:ext cx="32918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35424" y="35478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260 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5424" y="400202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FE 单测全绿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35424" y="4334256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P4 验收时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09560" y="3419856"/>
            <a:ext cx="329184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5864" y="35478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 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5864" y="400202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强杀后数据丢失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5864" y="4334256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1000 条 KV 崩溃测试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513892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代码量:</a:t>
            </a:r>
            <a:r>
              <a:rPr sz="11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BE Go 7,689 行  ·  FE Java 16,826 行  ·  测试 5,611 行  ·  测试脚本 3,286 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50468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取数方式:</a:t>
            </a:r>
            <a:r>
              <a:rPr sz="11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git log  ·  wc -l  ·  docs/验收报告/P4-验收报告.md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02 / 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vibe coding 不等于 vibe in production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874519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" y="19842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只给目标:① 给我实现一个数据库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2971800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×  </a:t>
            </a: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800 行看起来能跑的代码,不知道错在哪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355848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×  </a:t>
            </a: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没人能回答「做完了没有」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739896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×  </a:t>
            </a: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强杀进程后数据丢了,也没人发现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123944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×  </a:t>
            </a: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改动无法审:diff 里全是「顺手优化」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1874519"/>
            <a:ext cx="4709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5976" y="1984248"/>
            <a:ext cx="44531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给规约:② 这份文档,照着做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971800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✓  </a:t>
            </a: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每条要求有编号,做完没做完一眼可见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355848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✓  </a:t>
            </a: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每条验收能翻译成一行断言,失败就红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739896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✓  </a:t>
            </a: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边界写死,AI 没有「顺手发挥」的空间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123944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✓  </a:t>
            </a: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换一个 agent 也能做出同样的东西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4526280"/>
            <a:ext cx="8138160" cy="18288"/>
          </a:xfrm>
          <a:prstGeom prst="rect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7091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AI 不是瓶颈了。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评审和集成才是 —— 写 1000 行代码只要一个上午,判断它对不对要一个人日。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03 / 起点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流程不是拍出来的:白皮书 → skill → 项目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96596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" y="2075688"/>
            <a:ext cx="299008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① 白皮书 38 页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《Spec-Driven Production Grade Development in the Age of Vibe Coding》Lee Boonstra · Google · 2026-05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224528" y="2487168"/>
            <a:ext cx="411480" cy="274320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1965960"/>
            <a:ext cx="3200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82896" y="2075688"/>
            <a:ext cx="2944368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② 提炼成 skill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把抽象主张落成工序:选题 → 设计方案 → 逐项拍板 → 分期规约 → 交实现 → 独立核验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092440" y="2487168"/>
            <a:ext cx="411480" cy="274320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41080" y="19659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69096" y="2075688"/>
            <a:ext cx="2350008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③ 落到项目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7 份规约 · 4 份验收报告 · 每期一份交接单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657600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FIG.1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363931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落下去的才叫采纳: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SDD / 好规格四要素 / 格式选择 / BDD 场景 / 指令住在哪 / 不同用途不同 prompt / 版本号写死 / 护栏与人工在环 / AI 生成测试覆盖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224528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C2B1F"/>
                </a:solidFill>
                <a:latin typeface="Consolas"/>
                <a:ea typeface="Consolas"/>
                <a:cs typeface="Consolas"/>
              </a:rPr>
              <a:t>FIG.2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420624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没采纳的也写清: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Evaluation 打分 / 容忍带 —— 数据库输出是确定的,用不变量与双路径对账替代;MCP、Tier3 自动评审 —— 单人单机,由「换人核验 + 重跑命令」替代。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920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把方法论逐节标「采纳 / 不采纳」,比假装全用上更能说明白它到底管什么。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04 / 分工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三个人干一件事:写的、验的、拍板的,不许合并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920240"/>
            <a:ext cx="3291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1920240"/>
            <a:ext cx="3291840" cy="9144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21214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我 · 项目所有者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26060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定方向、逐项拍板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17296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只有我能把规约 Draft → 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7398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看验收报告与读代码地图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4348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不做:</a:t>
            </a:r>
            <a:r>
              <a:rPr sz="10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不写实现、不写测试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1920240"/>
            <a:ext cx="3291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1920240"/>
            <a:ext cx="3291840" cy="91440"/>
          </a:xfrm>
          <a:prstGeom prst="rect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21214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8791C"/>
                </a:solidFill>
                <a:latin typeface="Microsoft YaHei"/>
                <a:ea typeface="Microsoft YaHei"/>
                <a:cs typeface="Microsoft YaHei"/>
              </a:rPr>
              <a:t>Hermes · 规约 + 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26060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起草分期规约、评审实现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17296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独立重跑全部验证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7398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写验收报告与读代码地图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44348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不做:</a:t>
            </a:r>
            <a:r>
              <a:rPr sz="10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不自己批准规约、不代改代码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9560" y="1920240"/>
            <a:ext cx="3291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09560" y="1920240"/>
            <a:ext cx="3291840" cy="91440"/>
          </a:xfrm>
          <a:prstGeom prst="rect">
            <a:avLst/>
          </a:prstGeom>
          <a:solidFill>
            <a:srgbClr val="8C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21214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opencode · 编码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26060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按规约写代码与测试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317296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真跑构建与测试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37398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给出真实输出与未验证项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443484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不做:</a:t>
            </a:r>
            <a:r>
              <a:rPr sz="10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不碰规约状态、不 commit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写代码的那个 agent,不许给自己打分。</a:t>
            </a:r>
            <a:r>
              <a:rPr sz="12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      核验必须换会话、换上下文、只看仓库现状。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05 / 方法 · 指令住处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什么该住在哪里:五层指令,放错层就失效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68680" y="1874519"/>
          <a:ext cx="103784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657600"/>
                <a:gridCol w="265176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放什么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谁读 / 什么时候读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放错的后果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个人记忆层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机器、路径、端口、我的偏好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每个会话自动带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写进仓库 = 泄露 + 噪音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方法层(skill)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跨任务不变的工序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按需加载,一处生效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写进 prompt = 每期重抄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项目层(AGENTS.md)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硬约束、构建命令、提交纪律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每次进仓库先读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不写 = agent 只能靠猜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任务层(specs/Pn.md)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这一期要什么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编码前通读一份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塞进聊天 = 上下文碎片化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本轮层(.pN-prompt)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这一次怎么干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只对这一次有效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当归档用 = 下期照抄过期规则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只想让它读一份:</a:t>
            </a:r>
            <a:r>
              <a:rPr sz="12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把 100 页设计文档直接塞进聊天,会烧掉上下文、拉高延迟、把上下文撕碎。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6309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1" y="5175503"/>
            <a:ext cx="5980176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1 AGENTS.md → 硬约束(每次读)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2 specs/README.md → 找到当前期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3 specs/Pn-*.md → 唯一施工依据(通读)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5047488"/>
            <a:ext cx="3794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0376" y="5157216"/>
            <a:ext cx="353872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只给一份规约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给两份,它就开始自己融合、自己发明。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06 / 方法 · 主循环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一期七步:只有第 5 步交给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965960"/>
            <a:ext cx="12984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2084831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2395728"/>
            <a:ext cx="1115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立规约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2743200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Draft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1965960"/>
            <a:ext cx="12984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2084831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395728"/>
            <a:ext cx="1115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逐项拍板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2743200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回字母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94759" y="1965960"/>
            <a:ext cx="12984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6199" y="2084831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199" y="2395728"/>
            <a:ext cx="1115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批准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199" y="2743200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只有我能批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1965960"/>
            <a:ext cx="12984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2084831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2395728"/>
            <a:ext cx="1115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写交接单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2743200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.pN-prompt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20840" y="1965960"/>
            <a:ext cx="1298448" cy="1234440"/>
          </a:xfrm>
          <a:prstGeom prst="rect">
            <a:avLst/>
          </a:prstGeom>
          <a:solidFill>
            <a:srgbClr val="F0E8D6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79" y="2084831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79" y="2395728"/>
            <a:ext cx="1115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编码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79" y="2743200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agent 实现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79" y="1965960"/>
            <a:ext cx="12984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19" y="2084831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19" y="2395728"/>
            <a:ext cx="1115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独立核验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19" y="2743200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重跑命令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19" y="1965960"/>
            <a:ext cx="12984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59" y="2084831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59" y="2395728"/>
            <a:ext cx="1115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归档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2743200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报告 + 地图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3401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8C2B1F"/>
                </a:solidFill>
                <a:latin typeface="Consolas"/>
                <a:ea typeface="Consolas"/>
                <a:cs typeface="Consolas"/>
              </a:rPr>
              <a:t>↺ 核验有红 → 回第 4 步重写交接单       ↺ 实机发现本期缺口 → 回第 1 步升规约版本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3840480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FIG.1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72768" y="3822191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为什么一期一停:</a:t>
            </a:r>
            <a:r>
              <a:rPr sz="11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AI 的失真是累积的 —— 第一期边界穿了一毫米,到第四期就是整层塌掉。每期都能独立跑、独立演示、独立验收,上一期没跑通就不开工。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4709160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FIG.2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72768" y="469087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期次是拆出来的:</a:t>
            </a:r>
            <a:r>
              <a:rPr sz="11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P2.1 / P3.5 是「一期做大了就拆」;P3.5 原排 P8,因「只用自带 CLI 太麻烦」提前,又必须先有常驻服务形态,于是再拆三步。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" y="5349240"/>
            <a:ext cx="10378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6695" y="5458968"/>
            <a:ext cx="1012240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前面四步决定它能不能做对,后面两步决定它做的算不算数。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07 / 方法 · 规约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一份规约的十二节骨架,和五套编号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1874519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1 目标:比上期多了什么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874519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2 范围:做 / 不做及归属期次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258568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3 用户场景:BDD 写法 + 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2258568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4 功能需求:FR 编号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642615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5 数据与格式:布局 / 编码 / 错误码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2642615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6 外部评审必答项:正面回答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26663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7 关键技术决策:K 编号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3026663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8 验收标准:SC 编号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410711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9 边界与异常清单:逐条编号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3410711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10 交付物清单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794760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11 代码由谁写:角色分工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3794760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12 待拍板 + 13 变更记录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1828800"/>
            <a:ext cx="47091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20116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FR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0299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要求:一条一行,可观测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20299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395 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57860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SC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259689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验收:带判定方式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259689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113 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1455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316382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决策:默认值 + 理由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31638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60 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37124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边界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373075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异常:输入/客户端/崩溃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37307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P4 共 40 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427939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INV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297679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不变量:跨期,不许退化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4297679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18 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编号不是好看:</a:t>
            </a:r>
            <a:r>
              <a:rPr sz="11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规约写 FR-555~558 → 脚本就有 SC-344/345 → 测试就有对应用例。缺一环,报告里就露出来。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编号跨期续排:</a:t>
            </a:r>
            <a:r>
              <a:rPr sz="11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P4 从 FR-456 起(因为 P3.5 用到 FR-455),补丁期不许从 1 重开。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08 / 方法 · 写法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写规约的七条硬规则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187451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① 每条要求一个编号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1892807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没有编号的条款,验收时一定漏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47802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② 判定必须可观测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2496312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写「返回 1062、信息含索引名、表里仍 1 行」,不写「正确处理」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035808"/>
            <a:ext cx="10469880" cy="548640"/>
          </a:xfrm>
          <a:prstGeom prst="rect">
            <a:avLst/>
          </a:prstGeom>
          <a:solidFill>
            <a:srgbClr val="F0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815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③ 每个场景必须有反例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3099816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只写「那么报错」,AI 会写出「报错但数据也写进去」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639311"/>
            <a:ext cx="10469880" cy="548640"/>
          </a:xfrm>
          <a:prstGeom prst="rect">
            <a:avLst/>
          </a:prstGeom>
          <a:solidFill>
            <a:srgbClr val="F0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68503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④ 「不做」要穷举 + 写归属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3703319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谓词 NOT/LIKE/BETWEEN 曾因无归属,被实机当成一堆 bug 报回来 → 现明确归 P5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2885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⑤ 数据格式写到字节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4306823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key 布局 / value / 编码 / 错误码 —— 它唯一没有自由发挥空间的地方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92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⑥ 版本号端口路径写死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910327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模型知识有截止日,库版本不能靠它记(白皮书专门提醒)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4955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⑦ 状态只有人能改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5513831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编码中发现规约缺口,用代码覆盖规约是最严重的违规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605332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两条自检:规约里不许留 FR-xxx 占位;数量声明先 grep 一遍再写进变更记录。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09 / 方法 · BDD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四跳链路:场景 → FR → SC → 断言,缺一跳等于没验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828800"/>
            <a:ext cx="2468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" y="1938528"/>
            <a:ext cx="22128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① 场景 §3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给 / 当 / 那么 + 反例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355848" y="2084831"/>
            <a:ext cx="182880" cy="219456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1828800"/>
            <a:ext cx="2468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4176" y="1938528"/>
            <a:ext cx="22128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② FR §4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FR-484 整批不写、报 1062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053328" y="2084831"/>
            <a:ext cx="182880" cy="219456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828800"/>
            <a:ext cx="2468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1938528"/>
            <a:ext cx="22128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③ SC §8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SC-321 ★ 单会话挡重复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750808" y="2084831"/>
            <a:ext cx="182880" cy="219456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1828800"/>
            <a:ext cx="24688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89136" y="1938528"/>
            <a:ext cx="22128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④ 断言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p4-test.sh 6 条 expect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2788920"/>
            <a:ext cx="6858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1" y="2916936"/>
            <a:ext cx="6528816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OUT="$(mysql_code "INSERT INTO t VALUES (2,'A001')")"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expect "${OUT}" "CODE=1062"   "重复插入返回 1062"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expect "${OUT}" "uk_code"     "错误信息含索引名"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expect "${OUT}" "code"        "错误信息含列名"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expect "${OUT}" "A001"        "错误信息含冲突值"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expect "${OUT}" "已有主键 1"  "错误信息含已有主键"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# 反例也断言:冲突后表里仍只有 1 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2788920"/>
            <a:ext cx="3337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7576" y="2898648"/>
            <a:ext cx="3081528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★ 只打两类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并发、崩溃 —— 平时跑不出来,一旦不对就是数据已错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3657600"/>
            <a:ext cx="3337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37576" y="3767328"/>
            <a:ext cx="30815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判据只有一句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这个场景能不能翻译成一行 expect?不能就重写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526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场景 11 更狠: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5000 次随机 INSERT / UPDATE(含改索引列)/ DELETE,索引路径与全表扫的主键集合差异必须为 0(SC-329 / INV-10)。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它一条同时验三件事:写入维护索引、删除写墓碑、读取跳过墓碑 —— 任一处漏了,差异就不是 0。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5440680"/>
            <a:ext cx="10378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1" y="5568696"/>
            <a:ext cx="100492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$ bash scripts/tests/p4-test.sh   →   PASS=118  FAIL=0  NOTE=4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10 / 方法 · 交接单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施工交接单:六段,把解释空间压到零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1828800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① 必读顺序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103120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只给一份规约当唯一依据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1828800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② 实现顺序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2103120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按模块分步,每步跑构建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542032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③ 硬约束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2816352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每次重述,重复比返工便宜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2542032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④ 验证要求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2816352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写到命令级,含输出格式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255264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⑤ 不要做的事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529584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含「宁可停下来报告」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255264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⑥ 环境细节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529584"/>
            <a:ext cx="2697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端口 / 日志 / 不许前台阻塞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4023360"/>
            <a:ext cx="630936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1" y="4151376"/>
            <a:ext cx="598017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- 不要伪造或推测任何测试结果。没跑就写「未验证」。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- 不要超出本期规约范围(不顺手做别的期次)。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- 遇到无法解决的阻塞,停下来在最终输出里说明,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  不要硬编一个看起来能跑的实现。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4023360"/>
            <a:ext cx="3794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0376" y="4133088"/>
            <a:ext cx="3538728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最后一句是关键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AI 面对阻塞的本能是「编一个看起来能跑的版本」,而这个假实现会污染后面所有期次。给它一条体面的退路:停下来报告,比糊过去得分高。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8338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补丁期更严: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写清上游状态 + 「只做这两条,不要顺手做别的」,每条到文件级与行级依据。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11 / 方法 · 拍板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该我决定的,一条一条问:一次一问,回字母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68680" y="1874519"/>
          <a:ext cx="103784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3931920"/>
                <a:gridCol w="3749039"/>
                <a:gridCol w="1920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要拍的事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我的建议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Consolas"/>
                          <a:ea typeface="Consolas"/>
                          <a:cs typeface="Consolas"/>
                        </a:rPr>
                        <a:t>I16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回填期间的新写入怎么不丢索引?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写入路径对 BUILDING 索引也维护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已拍板 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Consolas"/>
                          <a:ea typeface="Consolas"/>
                          <a:cs typeface="Consolas"/>
                        </a:rPr>
                        <a:t>I17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唯一索引的 NULL 语义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不索引 NULL 行,允许多行 NULL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已拍板(按建议)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I22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SHOW ENGINES 报 InnoDB 算不算欺骗?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报,README 写清「仅为客户端兼容」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已拍板(按建议)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68680" y="3977639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P4 的八项(I15~I22)就是这样一条条拍死的。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不要在聊天里甩一张十项的表让人填 —— 那不是征求意见,是甩锅。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29200"/>
            <a:ext cx="10378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1" y="5157216"/>
            <a:ext cx="10049256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拍完 → 原样回写规约 §12(带日期)→ 状态转 Approved → 才允许开工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规约状态只有我能改。任何 agent(包括起草的那个)不得自行批准。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12 / 方法 · 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核验 SOP:不信任的部分,全部自己重跑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187451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清残留进程(be.exe / fed),否则端口被占 → 整轮假红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304287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2.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用独立高位端口:BE 9900 / MySQL 9906 / 心跳 9991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73405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3.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go build ./... &amp;&amp; go vet ./... &amp;&amp; go test ./...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16382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4.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mvn.cmd test,看用例总数与失败数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593591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5.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一键验收:拿 PASS/FAIL 真数,内嵌往期回归也要绿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02335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6.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崩溃注入:强杀 → 重启 → 逐条校验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453127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7.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真客户端抽检(fed + Navicat / MysqlErrorCheck)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88289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8.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边界零改动:git status --short be/ proto/ 必须为空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31266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9. </a:t>
            </a:r>
            <a:r>
              <a:rPr sz="11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写报告:输出原样摘录,没验的写「未验证」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1874519"/>
            <a:ext cx="3794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0376" y="1984248"/>
            <a:ext cx="3538728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报告三条纪律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① 数字来自我本人的终端
② 输出原样摘录,不美化
③ 没跑就写「未验证」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3703320"/>
            <a:ext cx="3794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0376" y="3813048"/>
            <a:ext cx="3538728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P4 报告的真实结论段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「结论:通过。…… 未验证项已明示(GUI 全流程、Navicat 本机未装、大表回填性能)。」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8978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宪法第四条:</a:t>
            </a:r>
            <a:r>
              <a:rPr sz="10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凡声称测试已通过,必须能给出实际执行输出。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13 / 方法 · 对账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数字必须对得上:断言、边界、丢失条数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874519"/>
            <a:ext cx="3200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3" y="200253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97 → 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238048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P4 断言增量 +21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267919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正好对应 G 组两条 SC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1874519"/>
            <a:ext cx="3200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8264" y="200253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 改动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8264" y="238048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BE 与 proto 零改动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8264" y="267919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git status --short be/ proto/ 为空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1874519"/>
            <a:ext cx="36118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81544" y="2002536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0 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1544" y="2380488"/>
            <a:ext cx="3337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强杀后数据丢失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544" y="2679191"/>
            <a:ext cx="3337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1000 条随机 KV 崩溃测试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33756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为什么盯这三个数: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断言增量对得上 SC ——</a:t>
            </a:r>
            <a:r>
              <a:rPr sz="10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否则就是「功能说做了,其实没验」;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边界零改动 ——</a:t>
            </a:r>
            <a:r>
              <a:rPr sz="10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规约说本期活全在 FE,那 BE 动了就是越界,不能靠「看起来没事」带过;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丢失 0 条 ——</a:t>
            </a:r>
            <a:r>
              <a:rPr sz="10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「先日志后数据」被偷偷改成异步,只有强杀能发现。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892040"/>
            <a:ext cx="103784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1" y="5020055"/>
            <a:ext cx="1004925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$ bash scripts/tests/p4-test.sh        →  PASS=118  FAIL=0  NOTE=4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  内嵌回归: p2-test.sh 52/0   p3-test.sh 62/0   p35-test.sh 46/0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$ bash scripts/tests/crash-test.sh     →  1000 条随机 KV,强杀重启,丢失 0 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14 / 例子 · 实机反馈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把真实客户端连上去,才知道缺什么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828800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" y="1938528"/>
            <a:ext cx="1664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Navicat 连上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连接期报 1235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807208" y="2084831"/>
            <a:ext cx="164592" cy="201168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1828800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45536" y="1938528"/>
            <a:ext cx="1664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我拍板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属本期就本期补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956048" y="2084831"/>
            <a:ext cx="164592" cy="201168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66360" y="1828800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94376" y="1938528"/>
            <a:ext cx="1664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规约升版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v0.1f → v0.1i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104888" y="2084831"/>
            <a:ext cx="164592" cy="201168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1828800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3216" y="1938528"/>
            <a:ext cx="1664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补丁交接单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只做这几条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253728" y="2084831"/>
            <a:ext cx="164592" cy="201168"/>
          </a:xfrm>
          <a:prstGeom prst="rightArrow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64040" y="1828800"/>
            <a:ext cx="1920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92056" y="1938528"/>
            <a:ext cx="1664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回归全绿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118 /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2880360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C2B1F"/>
                </a:solidFill>
                <a:latin typeface="Consolas"/>
                <a:ea typeface="Consolas"/>
                <a:cs typeface="Consolas"/>
              </a:rPr>
              <a:t>LIMIT 0,1000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288036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所有图形客户端翻页都这么写 → 原排 P5,提到本期(K100)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3502152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C2B1F"/>
                </a:solidFill>
                <a:latin typeface="Consolas"/>
                <a:ea typeface="Consolas"/>
                <a:cs typeface="Consolas"/>
              </a:rPr>
              <a:t>两列排序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3502152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拉表清单用 ORDER BY schema,type → 只做单列就报错(K99)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123944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C2B1F"/>
                </a:solidFill>
                <a:latin typeface="Consolas"/>
                <a:ea typeface="Consolas"/>
                <a:cs typeface="Consolas"/>
              </a:rPr>
              <a:t>3 条语句一个包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412394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Navicat 连接期自发检 → 单包多语句(FR-555~558)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745736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8C2B1F"/>
                </a:solidFill>
                <a:latin typeface="Consolas"/>
                <a:ea typeface="Consolas"/>
                <a:cs typeface="Consolas"/>
              </a:rPr>
              <a:t>SHOW PROCEDURE 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39" y="474573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打开每个库都发一条 → 返回 11 列空集(FR-559)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" y="5440680"/>
            <a:ext cx="10378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5" y="5550408"/>
            <a:ext cx="1012240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这一层 AI 自己想不到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它不知道 Navicat 会发什么 —— 只有我真连上去、真去点,缺口才会浮出来。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15 / 方法 · 失败模式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八种翻车方式,以及对应的挡板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68680" y="1828800"/>
          <a:ext cx="103784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86200"/>
                <a:gridCol w="41148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失败模式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症状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挡板</a:t>
                      </a:r>
                    </a:p>
                  </a:txBody>
                  <a:tcPr marL="73152" marR="54864" marT="27432" marB="27432" anchor="ctr">
                    <a:solidFill>
                      <a:srgbClr val="16324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规约写成许愿单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条款翻译不成一行 expect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一条 FR 必须带判定方式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规约与代码不同步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幻觉出不存在的函数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变更与代码同轮交付;改名后全库 grep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一份规约管太多期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上下文碎片化,条款互相冲突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一期一停,独立可验收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自己批准自己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报告好看但是假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状态权限只在人;核验换 agent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用形容词当口径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「性能良好」「正确处理」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换成数字 / 错误码 / 差异计数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评审意见记成待办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文档越来越长,问题没解决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当场改正文;不吸收就写理由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顺手重构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diff 大到无法审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交接单只做这几条;补丁期更窄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期次顺序≠施工顺序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某步验收依赖后一步产物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B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交接单写清提前量,不改规约正文顺序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868680" y="574243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共同点:</a:t>
            </a:r>
            <a:r>
              <a:rPr sz="11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它们都不报错,只是让「做完了」变得不可验证。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16 / 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工具链:skill 管方法,命令管动作,插件管编排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1828800"/>
            <a:ext cx="3291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1828800"/>
            <a:ext cx="3291840" cy="82296"/>
          </a:xfrm>
          <a:prstGeom prst="rect">
            <a:avLst/>
          </a:prstGeom>
          <a:solidFill>
            <a:srgbClr val="A87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2011680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A8791C"/>
                </a:solidFill>
                <a:latin typeface="Microsoft YaHei"/>
                <a:ea typeface="Microsoft YaHei"/>
                <a:cs typeface="Microsoft YaHei"/>
              </a:rPr>
              <a:t>Hermes · skill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239572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spec-driven-development-workflow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1" y="276148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tang-db-phase-delivery v1.4.0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312724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technical-design-doc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49300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speckit-* 10 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385876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opencode-run-delegation-pitfall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1828800"/>
            <a:ext cx="3291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1828800"/>
            <a:ext cx="3291840" cy="8229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2011680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Spec Kit · opencode 命令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39572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speckit.specify / plan / tasks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276148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speckit.implement / converge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312724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speckit.clarify / analyze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349300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speckit.checklist / constitution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385876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集成 1.2.2,2026-10-21 装入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1828800"/>
            <a:ext cx="3291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09560" y="1828800"/>
            <a:ext cx="3291840" cy="82296"/>
          </a:xfrm>
          <a:prstGeom prst="rect">
            <a:avLst/>
          </a:prstGeom>
          <a:solidFill>
            <a:srgbClr val="8C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4152" y="2011680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C2B1F"/>
                </a:solidFill>
                <a:latin typeface="Microsoft YaHei"/>
                <a:ea typeface="Microsoft YaHei"/>
                <a:cs typeface="Microsoft YaHei"/>
              </a:rPr>
              <a:t>opencode · 插件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2" y="239572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oh-my-openagent(subagent 编排)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4152" y="276148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Consolas"/>
                <a:ea typeface="Consolas"/>
                <a:cs typeface="Consolas"/>
              </a:rPr>
              <a:t>@opencode-ai/plugin 1.19.0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4152" y="312724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→ 所以要明写「不要派子代理」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2" y="349300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opencode run -m deepseek-flash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74152" y="3858768"/>
            <a:ext cx="2971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88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日志落 tmp/*.log 便于探活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为什么用 skill 而不是每次写长 prompt: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① 复用 ——</a:t>
            </a:r>
            <a:r>
              <a:rPr sz="10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方法论跨项目不变,不该每开一个仓库重写;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② 可演进 ——</a:t>
            </a:r>
            <a:r>
              <a:rPr sz="10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踩过的坑当场写回 skill(脚本布局硬约定 / 别按名字杀 java.exe / PASS 降 NOTE);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③ 一处生效 ——</a:t>
            </a:r>
            <a:r>
              <a:rPr sz="10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改了 skill,后面每一期都按新规矩走;写在 prompt 里的只对那一期有效。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30000" cy="6089904"/>
          </a:xfrm>
          <a:prstGeom prst="rect">
            <a:avLst/>
          </a:prstGeom>
          <a:solidFill>
            <a:srgbClr val="F4F1E9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36608" y="502920"/>
            <a:ext cx="2212848" cy="329184"/>
          </a:xfrm>
          <a:prstGeom prst="rect">
            <a:avLst/>
          </a:prstGeom>
          <a:solidFill>
            <a:srgbClr val="F4F1E9"/>
          </a:solidFill>
          <a:ln w="952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603504"/>
            <a:ext cx="1600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规约编程 · tang_db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566928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69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17 / 拿走就用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8412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最小配方 14 条,仓库里都能翻到原件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1700784"/>
            <a:ext cx="10378440" cy="16459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184708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01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设计文档先行,再写宪法(5~6 条硬约束)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184708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文档送外部模型评审,要求章节级 + 反例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24942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当期答不了的登记成必答项 + 归属期次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24942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04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路线切成一期一停,每期可独立演示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6517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05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每期一份规约:做 / 不做 / 场景 / FR / SC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6517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06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待拍板一次一问,拍完回写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540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07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只有人能批准 Draft → Approved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0540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08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交接单六段:必读 / 顺序 / 约束 / 验证 / 禁区 / 环境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4564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09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编码与核验必须换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4564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核验含构建、单测、一键脚本、崩溃注入、真客户端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85876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写验收报告(未验项明示)+ 读代码地图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85876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实机缺口 → 补丁期 → 规约升版本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2611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一期一个提交,写清「做了什么 + 怎么验的」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2611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19" b="0" i="0">
                <a:solidFill>
                  <a:srgbClr val="1B2A3A"/>
                </a:solidFill>
                <a:latin typeface="Microsoft YaHei"/>
                <a:ea typeface="Microsoft YaHei"/>
                <a:cs typeface="Microsoft YaHei"/>
              </a:rPr>
              <a:t>踩过的坑写回 skill,下一期自动继承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4800600"/>
            <a:ext cx="10378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937760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仓库里对应的原件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2852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VIBECODING.md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5595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整套方法复盘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2852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specs/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55595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7 份规约 + 交接单 + 白皮书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2852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docs/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5595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设计方案 / 验收报告 / 读代码地图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2852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8791C"/>
                </a:solidFill>
                <a:latin typeface="Consolas"/>
                <a:ea typeface="Consolas"/>
                <a:cs typeface="Consolas"/>
              </a:rPr>
              <a:t>scripts/tests/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55595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断言即回归基线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148132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6324F"/>
                </a:solidFill>
                <a:latin typeface="SimSun"/>
                <a:ea typeface="SimSun"/>
                <a:cs typeface="SimSun"/>
              </a:rPr>
              <a:t>不是「让 AI 随便写」,是「让 AI 写、让命令说话」。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